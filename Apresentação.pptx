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9" r:id="rId3"/>
    <p:sldId id="269" r:id="rId4"/>
    <p:sldId id="270" r:id="rId5"/>
    <p:sldId id="267" r:id="rId6"/>
    <p:sldId id="256" r:id="rId7"/>
    <p:sldId id="257" r:id="rId8"/>
    <p:sldId id="258" r:id="rId9"/>
    <p:sldId id="268" r:id="rId10"/>
    <p:sldId id="263" r:id="rId11"/>
    <p:sldId id="260" r:id="rId12"/>
    <p:sldId id="261" r:id="rId13"/>
    <p:sldId id="262" r:id="rId14"/>
    <p:sldId id="264" r:id="rId15"/>
    <p:sldId id="265" r:id="rId16"/>
    <p:sldId id="266" r:id="rId17"/>
    <p:sldId id="271" r:id="rId18"/>
    <p:sldId id="276" r:id="rId19"/>
    <p:sldId id="277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5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1184CC-F0CF-4C8D-9AAA-97BD979A77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58479F-0C2F-4AF0-98A2-01DD38015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76A3E1-E6F4-4824-B32C-4DA691072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F65B5F-98F0-4133-A89F-A49D266DE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FB3151-D037-4408-96C8-BC8248C7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6032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609A32-903E-479F-8D46-EA6468263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85F392-D12A-44C7-B70B-613FB09D8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B46CA2-31BB-4158-9246-9C86EC6BD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FCF674-80A0-4CFE-8F72-DCD4BDBFB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B5C2FA-BEB1-4554-A8A7-D52F29A3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3895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155E22-67A8-4C01-B174-84B139516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6615E1-825F-4E7B-93EC-F0424DD5E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03F7267-A2F2-43A9-AB53-0E8B184DF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80DA35-2DEC-45ED-86B3-E8E3393C9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398CAE-9388-4A62-B34A-68DE24C6B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467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1E01F-4635-41C6-B3D1-2ADC85541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26CC94-1430-477F-8DE5-FD1AB91D9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75273BA-DBD9-474D-8F8B-8985C1113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2AB389-32B2-4D13-8ECA-090441508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3F6EFC-AB61-4D12-A539-C52F92E58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A036E9-43A0-43DB-AA84-B0671706E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3201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9AEDA-A5C7-49CB-8A4C-99E4F013B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48E1E0-93C0-4282-AB29-88EBF5E34A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0DAB359-BD0B-46A8-8FC7-E86E148EC6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1B0A478-8534-437A-B17D-696C3D8E51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F6920C9-BE61-43EA-8943-C28154EB6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BEAA1FC-6225-42A6-9CD6-6248331F2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8AB8EF8-1939-47A6-AFEA-3291F09B9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8FEC6D0-BFF4-4540-996E-BC6A3EFC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613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C45768-EAF8-4697-81D5-139C13E2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FB4366B-FD8B-4CD1-B2AE-82F9A385E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825296-94F2-445C-8769-2566067E5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199BF72-0235-496A-A3C0-15C1CC447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081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4DAAE91-149F-488F-AB7D-D48976C14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B89DE82-9415-4E78-BDA7-9F78945B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406339F-1132-40A7-8748-538414DDC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5175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FCF71-B2D3-46D2-BCB9-D447F8204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E84ABA-FC8F-4BB5-AFAC-133691E43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629F408-F097-41A0-BBA6-0DF4D07F4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50FCF69-9AC5-4098-9A62-D4C4994C1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B7314E-2699-4D69-89DE-B579D2484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3EC6E89-FF57-437C-AA11-E8FB7C13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796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13DF60-ADCE-4C6F-A2DE-95F462E75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2F0CD0-9CA1-43B3-AF72-4922D2AF22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3599E6B-4F0D-4F1B-BA72-20D3380ED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CC3258-CF5F-458D-8C1C-48D56F4F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5A2FDC5-0776-4249-8ECB-2F10E6E13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62353DC-6155-4486-B2E4-0B271179A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2520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674217-0684-4B10-8797-FFC809791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5F0B483-0C69-4BC4-B29F-1FD4E5BB4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29EF15-F27C-4FF1-8DB7-C371866CF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E0016F-B0FC-4BA6-905F-214B3C584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6BE82C-EBC4-4D0E-9D6B-2B7DA5B2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8662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5A1723D-5F97-4AB8-95A1-47A69EB0B9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0660B0-3BD3-438C-B54F-620B1AD01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CE6BCF-05D1-4C13-822D-9A0F0F1BD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72CBB6-1CBE-4DBB-83BB-7B2C1A0F9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CABDD17-5E0C-4323-8C56-CF76A824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025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8B8E792-C910-4E1F-9A61-8643EDAC7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A4A658-FFB6-4529-B78D-6333F2416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BA52AA4-2128-4139-9234-1BBC46D91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05C18-8ECA-4FC9-ADD6-70B980C4CB75}" type="datetimeFigureOut">
              <a:rPr lang="pt-BR" smtClean="0"/>
              <a:t>25/06/2026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9489C36-F31E-4B8B-A305-1D39F323F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C1634F5-C9A6-4CD4-9611-82ED2FC53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60A7C-2FD1-4431-981E-410C8C0215D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278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A55989-55E5-4261-AC07-C45A5165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46EE62-9E33-491C-9687-6CFBA568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dirty="0">
                <a:latin typeface="Arial Rounded MT Bold" panose="020F0704030504030204" pitchFamily="34" charset="0"/>
              </a:rPr>
              <a:t>Arquitetura do Sistema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E8F50-FADD-42D8-99E0-00E5BC495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9E3E5FAE-0759-4BEC-AFD1-EFED1C8B5F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867" y="3794324"/>
            <a:ext cx="1594399" cy="1645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4" name="Picture 6" descr="Veja e compare produtos Celular e tablets | Philips">
            <a:extLst>
              <a:ext uri="{FF2B5EF4-FFF2-40B4-BE49-F238E27FC236}">
                <a16:creationId xmlns:a16="http://schemas.microsoft.com/office/drawing/2014/main" id="{BE7D4E00-977E-43F8-A95B-96BA0B19A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68" t="8463" r="30770" b="9612"/>
          <a:stretch/>
        </p:blipFill>
        <p:spPr bwMode="auto">
          <a:xfrm>
            <a:off x="2255184" y="1575172"/>
            <a:ext cx="1478616" cy="3200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2" name="Picture 4" descr="React-Native: Soll ich Expo nutzen oder nicht? - Appmond">
            <a:extLst>
              <a:ext uri="{FF2B5EF4-FFF2-40B4-BE49-F238E27FC236}">
                <a16:creationId xmlns:a16="http://schemas.microsoft.com/office/drawing/2014/main" id="{9CF00210-F5EC-474A-8F9F-557CF7645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37" y="3909679"/>
            <a:ext cx="3861593" cy="1530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6" name="Picture 8" descr="Servidor de dados - ícones de networking grátis">
            <a:extLst>
              <a:ext uri="{FF2B5EF4-FFF2-40B4-BE49-F238E27FC236}">
                <a16:creationId xmlns:a16="http://schemas.microsoft.com/office/drawing/2014/main" id="{9CCADFA2-DFAD-49A1-B1F4-B28DF94DBC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1344" y="1059024"/>
            <a:ext cx="3575472" cy="357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astAPI · GitHub">
            <a:extLst>
              <a:ext uri="{FF2B5EF4-FFF2-40B4-BE49-F238E27FC236}">
                <a16:creationId xmlns:a16="http://schemas.microsoft.com/office/drawing/2014/main" id="{47BC5B40-6326-4664-B00F-0DF9C28F22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7010" y="2134953"/>
            <a:ext cx="1384932" cy="1384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ector reto 5">
            <a:extLst>
              <a:ext uri="{FF2B5EF4-FFF2-40B4-BE49-F238E27FC236}">
                <a16:creationId xmlns:a16="http://schemas.microsoft.com/office/drawing/2014/main" id="{FD67DCF0-E890-4B29-985A-6F59CB093E84}"/>
              </a:ext>
            </a:extLst>
          </p:cNvPr>
          <p:cNvCxnSpPr>
            <a:cxnSpLocks/>
            <a:stCxn id="17414" idx="3"/>
          </p:cNvCxnSpPr>
          <p:nvPr/>
        </p:nvCxnSpPr>
        <p:spPr>
          <a:xfrm flipV="1">
            <a:off x="3733800" y="3172460"/>
            <a:ext cx="3624314" cy="272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DE496025-BE33-4A41-A8E3-557B32ADC260}"/>
              </a:ext>
            </a:extLst>
          </p:cNvPr>
          <p:cNvCxnSpPr>
            <a:cxnSpLocks/>
          </p:cNvCxnSpPr>
          <p:nvPr/>
        </p:nvCxnSpPr>
        <p:spPr>
          <a:xfrm flipV="1">
            <a:off x="3733800" y="3680089"/>
            <a:ext cx="3624314" cy="272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167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F9500528-3061-49A8-A9A9-373804344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38F4CA2-4CD5-4A73-98B5-088769F9B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9822" y="326468"/>
            <a:ext cx="7413978" cy="1325563"/>
          </a:xfrm>
        </p:spPr>
        <p:txBody>
          <a:bodyPr/>
          <a:lstStyle/>
          <a:p>
            <a:r>
              <a:rPr lang="pt-BR" dirty="0"/>
              <a:t>Organização do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713F6B-70EF-4611-83AC-3B6D2C45E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713245B-5CE3-48F5-B014-FCD271E3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00" y="326468"/>
            <a:ext cx="3162300" cy="6205063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DC85A6-1EE5-492F-B64E-8D4A7707A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341" y="3543980"/>
            <a:ext cx="3429001" cy="2632983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E54EA66-10DC-469D-9DD5-D3B2083A9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1202" y="3946693"/>
            <a:ext cx="3460934" cy="1827556"/>
          </a:xfrm>
          <a:prstGeom prst="rect">
            <a:avLst/>
          </a:prstGeom>
        </p:spPr>
      </p:pic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11193501-30B9-4719-A098-1B701025A18A}"/>
              </a:ext>
            </a:extLst>
          </p:cNvPr>
          <p:cNvCxnSpPr/>
          <p:nvPr/>
        </p:nvCxnSpPr>
        <p:spPr>
          <a:xfrm>
            <a:off x="1790700" y="4001294"/>
            <a:ext cx="22346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389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0CBB8438-81F2-4CD1-8270-325E5E6AAE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A99191F4-D98C-4725-BD82-74D2016C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8EC27F0-F02C-403D-9181-8E584B728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22DED68-9D81-4C41-A89A-D1DBCF404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0997" y="365125"/>
            <a:ext cx="7990006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9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C47CB904-E87D-471A-8AB7-26D9503F7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C1F48C7-DA39-4DE2-8E96-F2BE7D0F1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E2E201-F47E-440A-8C0D-6A45793DD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EFA04B4-6B55-450F-905B-ACA07657C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52425"/>
            <a:ext cx="10248900" cy="5853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842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39A2D89A-8B5B-430A-BC81-3FD7B32811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C0BFC91-65B0-4A42-972C-2C870B7F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2EE0AB-04BE-45B3-BA1C-7FB5271B6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E183D3-A2FB-4789-9C73-67AFFD7C3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3100" y="85258"/>
            <a:ext cx="7525800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26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7BD3B10-0F32-486C-9B43-3474FC9F76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75D8768-5D9A-4F33-95A4-1D5C7F4E49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45BAFE-B5EF-430A-98D0-C667F887AC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539FB04-A06A-4408-88EF-3AC0ABF1F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66595"/>
            <a:ext cx="9144000" cy="608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209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BBC2FDBB-0C5F-46F3-A909-F5354E1B9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32B7332-E0A6-41DA-885A-BEE1FA265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2117400-EE5A-4822-9BC5-5DD7AA948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521379"/>
            <a:ext cx="10515600" cy="5167408"/>
          </a:xfrm>
        </p:spPr>
      </p:pic>
    </p:spTree>
    <p:extLst>
      <p:ext uri="{BB962C8B-B14F-4D97-AF65-F5344CB8AC3E}">
        <p14:creationId xmlns:p14="http://schemas.microsoft.com/office/powerpoint/2010/main" val="752830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61360D15-093B-44BC-91F0-3244F38D9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FDD90BE-17E2-45AF-86B6-144C6E2B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9CBBC6-78C2-4416-9D3C-BA0F21EBC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513E314-8B07-40FC-A37A-BD6B06AF6B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54" y="47153"/>
            <a:ext cx="11755491" cy="67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781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B943C578-3CBC-43EC-8B14-424DA4324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B4BC052-950B-47F3-B842-A2C9C681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F2A479-7F55-4ED0-97EE-08F718841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EFAD097-6BEF-4BD9-B1FB-0411BD4BA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687" y="306268"/>
            <a:ext cx="8320626" cy="6186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37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B7E78342-B49A-491E-92DF-2D720930B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EB1B9B5-4D4A-41BD-960E-81EBF0EDD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404670A-3B48-4898-8038-ABC428D6F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0BBB160-F7A0-4A53-AC8F-97F3F01E0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0422"/>
            <a:ext cx="10708651" cy="643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93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B61F9DB3-0CF6-4A3D-B8B9-2705B99764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FA3A7E5-6F23-49A8-8DDF-468F6D55B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826D859B-5BD5-48F1-BCF1-0CD8B560D6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-1" y="365123"/>
            <a:ext cx="5544246" cy="5934077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10DA369-9958-42A9-9D33-2744AB8A1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504" y="365124"/>
            <a:ext cx="6645496" cy="5934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32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F109686D-9854-4FBD-B3EE-3878E96D0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CED58886-FA54-49DA-B186-6CD42171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9F3132-4FBB-4A0B-BB56-524FAA6A9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6BBE68-762A-4235-A0F1-E9379A78C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3547" y="267085"/>
            <a:ext cx="8424905" cy="632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53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>
            <a:extLst>
              <a:ext uri="{FF2B5EF4-FFF2-40B4-BE49-F238E27FC236}">
                <a16:creationId xmlns:a16="http://schemas.microsoft.com/office/drawing/2014/main" id="{70BA2348-20CD-4AD7-8993-4CBB64CBCB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F770A23-478B-43B4-8021-79132E8C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DAE8D2C-7210-4EB8-BCC7-897F36414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8659F2-0F5B-45B8-9C94-4FC1F9FAE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9666" y="141806"/>
            <a:ext cx="6692667" cy="6574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480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9472132-55C1-44B1-83D0-3E0EF1E7B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3345918-5D67-427D-B2C2-78A57406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4D4104-7F10-4DB0-80AD-F5D038855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091013-F1B4-4D6D-8343-22573D3B8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226" y="365125"/>
            <a:ext cx="9475822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198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8256C994-FA63-4280-9F4A-67920AA65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B2FCBF0-6321-4394-A5EC-D4F46854A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B72EA-8C30-41CE-AB73-A9B384CE9F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2AEA543-6145-4F31-8423-A13DB4800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863" y="85258"/>
            <a:ext cx="7516274" cy="668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061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E329ACEA-5FFD-4154-AF49-0C931D091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22AEA0A-6CB7-47D7-A766-8D13C44E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4FB88D-F439-4BE3-A8FF-64F4AF5ED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EEE195C-E424-450E-806C-95E4AE258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226" y="172853"/>
            <a:ext cx="8851547" cy="651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51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A55989-55E5-4261-AC07-C45A5165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46EE62-9E33-491C-9687-6CFBA568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E8F50-FADD-42D8-99E0-00E5BC495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2050" name="Picture 2" descr="FastAPI · GitHub">
            <a:extLst>
              <a:ext uri="{FF2B5EF4-FFF2-40B4-BE49-F238E27FC236}">
                <a16:creationId xmlns:a16="http://schemas.microsoft.com/office/drawing/2014/main" id="{8E64487D-0017-4D46-A681-0CB5A9EB07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300" y="384507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ython: 3 Sqlalchemy useful tips you will use almost every time | ITNEXT">
            <a:extLst>
              <a:ext uri="{FF2B5EF4-FFF2-40B4-BE49-F238E27FC236}">
                <a16:creationId xmlns:a16="http://schemas.microsoft.com/office/drawing/2014/main" id="{1B3B1026-E78A-43A3-8F6F-510478357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0550" y="4001294"/>
            <a:ext cx="3746500" cy="185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ydantic | Munich Open Source">
            <a:extLst>
              <a:ext uri="{FF2B5EF4-FFF2-40B4-BE49-F238E27FC236}">
                <a16:creationId xmlns:a16="http://schemas.microsoft.com/office/drawing/2014/main" id="{B1893A33-75E8-40D1-A93F-899FF5948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3429000"/>
            <a:ext cx="2705100" cy="270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8" descr="Postgresql PNG Images - CleanPNG">
            <a:extLst>
              <a:ext uri="{FF2B5EF4-FFF2-40B4-BE49-F238E27FC236}">
                <a16:creationId xmlns:a16="http://schemas.microsoft.com/office/drawing/2014/main" id="{E39CBD9F-8F6E-436E-A270-CC232E54DB9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AutoShape 10" descr="Postgresql PNG Images - CleanPNG">
            <a:extLst>
              <a:ext uri="{FF2B5EF4-FFF2-40B4-BE49-F238E27FC236}">
                <a16:creationId xmlns:a16="http://schemas.microsoft.com/office/drawing/2014/main" id="{6F22ED29-E16A-49A7-A6DB-21214FA9EB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3CD0A9E6-61E8-44AA-B77F-6DAEFE23E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0" y="387682"/>
            <a:ext cx="2705100" cy="2791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9059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A55989-55E5-4261-AC07-C45A5165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46EE62-9E33-491C-9687-6CFBA568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E8F50-FADD-42D8-99E0-00E5BC495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1A328F-290E-4A0F-B808-8A6B9186C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150" y="230557"/>
            <a:ext cx="3462534" cy="6396886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C49E973-9EEF-4AA6-973E-A19319E630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2769"/>
          <a:stretch/>
        </p:blipFill>
        <p:spPr>
          <a:xfrm>
            <a:off x="5444084" y="1690688"/>
            <a:ext cx="6506616" cy="330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62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CA55989-55E5-4261-AC07-C45A51653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5246EE62-9E33-491C-9687-6CFBA5682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3E8F50-FADD-42D8-99E0-00E5BC495C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F68455C-7489-4737-A3AA-496FE5BD2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104" y="1204912"/>
            <a:ext cx="11177792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00459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6</Words>
  <Application>Microsoft Office PowerPoint</Application>
  <PresentationFormat>Widescreen</PresentationFormat>
  <Paragraphs>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Arial Rounded MT Bold</vt:lpstr>
      <vt:lpstr>Calibri</vt:lpstr>
      <vt:lpstr>Calibri Light</vt:lpstr>
      <vt:lpstr>Tema do Office</vt:lpstr>
      <vt:lpstr>Arquitetura do Sistema</vt:lpstr>
      <vt:lpstr>Organização do Projeto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Henry Gabriel</dc:creator>
  <cp:lastModifiedBy>Henry Gabriel</cp:lastModifiedBy>
  <cp:revision>15</cp:revision>
  <dcterms:created xsi:type="dcterms:W3CDTF">2026-06-24T20:13:27Z</dcterms:created>
  <dcterms:modified xsi:type="dcterms:W3CDTF">2026-06-26T02:50:47Z</dcterms:modified>
</cp:coreProperties>
</file>